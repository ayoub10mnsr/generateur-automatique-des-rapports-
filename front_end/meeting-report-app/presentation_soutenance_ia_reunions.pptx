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Plateforme IA de Rapports de Reunions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88"/>
                </a:solidFill>
              </a:rPr>
              <a:t>Soutenance technique - 10 minutes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Pipeline complet: audio/video -&gt; transcription -&gt; diarization -&gt; identification -&gt; resume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Assistant conversationnel IA par reunion avec RAG contextuel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Objectif: automatiser, fiabiliser et accelerer l analyse des reunions professionnelles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Problematique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88"/>
                </a:solidFill>
              </a:rPr>
              <a:t>Pourquoi ce projet est necessaire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Les reunions produisent beaucoup d information non structuree et difficile a exploiter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Les comptes-rendus manuels sont lents, subjectifs et incomplets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Les decisions et actions peuvent etre perdues sans un systeme intelligent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Besoin d un assistant IA robuste, explicable et disponible meme en cas de panne LLM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Globale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88"/>
                </a:solidFill>
              </a:rPr>
              <a:t>Vue systeme Fullstack 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1920240" cy="82296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React UI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926080" y="1783080"/>
            <a:ext cx="640080" cy="32004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1554480"/>
            <a:ext cx="2194560" cy="82296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828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FastAPI Backend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640080" cy="32004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280160"/>
            <a:ext cx="3840480" cy="137160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1554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Whisper + Pyannote + Speaker 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Groq / Ollama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RAG MiniLM + ChromaDB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3291840"/>
            <a:ext cx="3200400" cy="100584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6118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SQLite (app.db)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Reports / Segments / Conversations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291840"/>
            <a:ext cx="6309360" cy="100584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6576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Outputs: Resume, Rapport PDF, Chat IA contextuel par reunion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IA Detaille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88"/>
                </a:solidFill>
              </a:rPr>
              <a:t>Du media brut a la connaissance exploitable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1) Ingestion media (fichier local ou source externe)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2) Whisper: transcription temporelle segmentee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3) Pyannote: diarization multi-speakers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4) Speaker Identification: mapping segments vers speakers connus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5) LLM (Groq): generation du resume, fallback Ollama si indisponible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6) Indexation RAG: embeddings MiniLM + stockage ChromaDB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7) Assistant IA: Q/R contextuelles sur une reunion specifique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 Systeme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88"/>
                </a:solidFill>
              </a:rPr>
              <a:t>Cha�ne operationnelle de bout en bout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1143000" cy="73152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4144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Upload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64208" y="2404872"/>
            <a:ext cx="320040" cy="32004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2194560"/>
            <a:ext cx="1143000" cy="73152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244144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90088" y="2404872"/>
            <a:ext cx="320040" cy="32004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2194560"/>
            <a:ext cx="1143000" cy="73152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44144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Whisper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5968" y="2404872"/>
            <a:ext cx="320040" cy="32004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2194560"/>
            <a:ext cx="1143000" cy="73152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44144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Pyannote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41848" y="2404872"/>
            <a:ext cx="320040" cy="32004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06440" y="2194560"/>
            <a:ext cx="1143000" cy="73152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44144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Speaker ID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67728" y="2404872"/>
            <a:ext cx="320040" cy="32004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194560"/>
            <a:ext cx="1143000" cy="73152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244144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93608" y="2404872"/>
            <a:ext cx="320040" cy="32004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58200" y="2194560"/>
            <a:ext cx="1143000" cy="73152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244144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19488" y="2404872"/>
            <a:ext cx="320040" cy="32004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2194560"/>
            <a:ext cx="1143000" cy="73152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9800" y="244144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Report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945368" y="2404872"/>
            <a:ext cx="320040" cy="32004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09960" y="2194560"/>
            <a:ext cx="1143000" cy="73152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0" y="244144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Chat UI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9D8"/>
                </a:solidFill>
              </a:rPr>
              <a:t>Flux principal: Upload -&gt; Traitement IA -&gt; Generation rapport -&gt; Interaction conversationnelle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Technologies Utilisees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88"/>
                </a:solidFill>
              </a:rPr>
              <a:t>Stack technique du projet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3474720" cy="347472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83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</a:rPr>
              <a:t>Backend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FastAPI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SQLite + SQLAlchemy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Groq API + Ollama fallback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80560" y="1554480"/>
            <a:ext cx="3474720" cy="347472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783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</a:rPr>
              <a:t>IA/NLP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54880" y="214884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9D8"/>
                </a:solidFill>
              </a:rPr>
              <a:t>� Whisper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9D8"/>
                </a:solidFill>
              </a:rPr>
              <a:t>� Pyannote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9D8"/>
                </a:solidFill>
              </a:rPr>
              <a:t>� SentenceTransformers MiniLM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9D8"/>
                </a:solidFill>
              </a:rPr>
              <a:t>� ChromaDB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474720" cy="3474720"/>
          </a:xfrm>
          <a:prstGeom prst="roundRect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783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</a:rPr>
              <a:t>Frontend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0" y="214884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9D8"/>
                </a:solidFill>
              </a:rPr>
              <a:t>� React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9D8"/>
                </a:solidFill>
              </a:rPr>
              <a:t>� Axios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FE9D8"/>
                </a:solidFill>
              </a:rPr>
              <a:t>� UI Chat style SaaS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System Explanation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88"/>
                </a:solidFill>
              </a:rPr>
              <a:t>Contextual Retrieval par reunion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Indexation: segments speakers + resume + transcription + decisions detectees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Embeddings: all-MiniLM-L6-v2 pour recherche semantique rapide sur CPU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Filtrage strict par report_id pour eviter les fuites inter-reunions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Routing intelligent: questions globales -&gt; SQL, questions reunion -&gt; RAG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Sortie utilisateur: reponse naturelle, sans exposition des chunks internes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Availability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88"/>
                </a:solidFill>
              </a:rPr>
              <a:t>Groq -&gt; Ollama fallback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1828800"/>
            <a:ext cx="4023360" cy="1371600"/>
          </a:xfrm>
          <a:prstGeom prst="roundRect">
            <a:avLst/>
          </a:prstGeom>
          <a:solidFill>
            <a:srgbClr val="11311F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240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Primary LLM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Groq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577840" y="2331720"/>
            <a:ext cx="914400" cy="45720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0" y="1828800"/>
            <a:ext cx="4023360" cy="1371600"/>
          </a:xfrm>
          <a:prstGeom prst="roundRect">
            <a:avLst/>
          </a:prstGeom>
          <a:solidFill>
            <a:srgbClr val="2A1A1A"/>
          </a:solidFill>
          <a:ln w="12700">
            <a:solidFill>
              <a:srgbClr val="FF8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240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Fallback LLM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Ollama (Phi3 mini)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9D8"/>
                </a:solidFill>
              </a:rPr>
              <a:t>Si Groq est indisponible, le systeme bascule automatiquement vers Ollama pour garantir la continuite de service.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Demonstration UI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88"/>
                </a:solidFill>
              </a:rPr>
              <a:t>Experience utilisateur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Upload media et suivi du pipeline en temps reel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Page details rapport avec transcription speaker-aware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Chat IA contextuel: questions sur la reunion selectionnee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Historique des conversations persistant dans SQLite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Interface sombre, lisible et orientee productivite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Diagramme PERT du Projet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88"/>
                </a:solidFill>
              </a:rPr>
              <a:t>Planification et dependances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371600" cy="822960"/>
          </a:xfrm>
          <a:prstGeom prst="ellipse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68833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737360"/>
            <a:ext cx="1371600" cy="822960"/>
          </a:xfrm>
          <a:prstGeom prst="ellipse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95681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2468880"/>
            <a:ext cx="1371600" cy="822960"/>
          </a:xfrm>
          <a:prstGeom prst="ellipse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268833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Models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1371600" cy="822960"/>
          </a:xfrm>
          <a:prstGeom prst="ellipse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95681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2468880"/>
            <a:ext cx="1371600" cy="822960"/>
          </a:xfrm>
          <a:prstGeom prst="ellipse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0" y="268833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18320" y="1737360"/>
            <a:ext cx="1371600" cy="822960"/>
          </a:xfrm>
          <a:prstGeom prst="ellipse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195681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515600" y="2468880"/>
            <a:ext cx="1371600" cy="822960"/>
          </a:xfrm>
          <a:prstGeom prst="ellipse">
            <a:avLst/>
          </a:prstGeom>
          <a:solidFill>
            <a:srgbClr val="112119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61320" y="268833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48840" y="2724912"/>
            <a:ext cx="320040" cy="22860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2130552"/>
            <a:ext cx="320040" cy="22860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2130552"/>
            <a:ext cx="320040" cy="22860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2724912"/>
            <a:ext cx="320040" cy="22860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98280" y="2130552"/>
            <a:ext cx="320040" cy="22860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95560" y="2130552"/>
            <a:ext cx="320040" cy="228600"/>
          </a:xfrm>
          <a:prstGeom prst="chevron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9D8"/>
                </a:solidFill>
              </a:rPr>
              <a:t>Dependances: Analyse -&gt; Backend -&gt; AI Models -&gt; RAG -&gt; Frontend -&gt; Testing -&gt;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Difficultes et Solutions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88"/>
                </a:solidFill>
              </a:rPr>
              <a:t>Retour d experience ingenierie 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Qualite audio variable -&gt; pretraitement + robustesse Whisper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Attribution speakers complexe -&gt; ajustement diarization + identification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Latence LLM distante -&gt; fallback local Ollama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Reponses RAG faibles au debut -&gt; enrichissement contexte + retrieval filtre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Persistance conversationnelle -&gt; stockage SQLite conversations/messages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39FF88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FF88"/>
                </a:solidFill>
              </a:rPr>
              <a:t>Assistant IA de reunion pret pour evolution SaaS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Plateforme complete: traitement, resume, retrieval et conversation 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Architecture modulaire, fiable et orientee disponibilite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Base solide pour extensions: analytics avancees, multi-langue, monitoring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D8"/>
                </a:solidFill>
              </a:rPr>
              <a:t>� Resultat: gain de temps, meilleure tracabilite des decisions, usage professionnel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9FF8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Merci - Questions 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IA de generation automatique de rapports de reunions</dc:title>
  <dc:subject>Soutenance plateforme IA</dc:subject>
  <dc:creator>Projet Academique IA</dc:creator>
  <cp:lastModifiedBy>Projet Academique IA</cp:lastModifiedBy>
  <cp:revision>1</cp:revision>
  <dcterms:created xsi:type="dcterms:W3CDTF">2026-05-20T03:17:44Z</dcterms:created>
  <dcterms:modified xsi:type="dcterms:W3CDTF">2026-05-20T03:17:44Z</dcterms:modified>
</cp:coreProperties>
</file>